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8872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06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72768"/>
            <a:ext cx="8010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Class, Interface, Enum, dan Trait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999232"/>
            <a:ext cx="7461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 — dan pintu masuk menuju Dependency Injection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011680" cy="0"/>
          </a:xfrm>
          <a:prstGeom prst="line">
            <a:avLst/>
          </a:prstGeom>
          <a:noFill/>
          <a:ln w="19050">
            <a:solidFill>
              <a:srgbClr val="D8D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4096512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Berorientasi Objek  ·  Prodi Informatika, Fakultas Teknik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Pancasila  ·  Adi Wahyu Pribadi, S.Si., M.Kom.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pertemuan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antara abstract class dan interface disertai alasan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Mengimplementasikan beberapa interface pada satu kelas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enum untuk menggantikan konstanta yang berserakan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interface sebagai kontrak — dasar Dependency Injection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vs interface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2670048"/>
                <a:gridCol w="2670048"/>
                <a:gridCol w="26700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 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Menjawab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 benda ini?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 yang bisa dilakukannya?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Punya atribut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konstanta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Punya constructor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Berapa yang bisa dipakai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banyak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Hubungan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is-a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can-do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Ragu? Pilih interface. Koplingnya jauh lebih longgar.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sebagai kontrak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8010144" cy="2313178"/>
          </a:xfrm>
          <a:prstGeom prst="roundRect">
            <a:avLst>
              <a:gd name="adj" fmla="val 2372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1408176"/>
            <a:ext cx="7571232" cy="1947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isiPenuh(Fuelable kendaraan) { ... 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Method ini tidak peduli mobil, motor, atau generator.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Ia hanya menuntut satu hal: benda itu bisa diisi bahan bakar.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Kelas baru yang implements Fuelable langsung bisa dipakai,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tanpa menyunting satu baris pun di sini.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721354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Inilah dasar Dependency Inversion Principle (pertemuan 12) dan Dependency Injection (pertemuan 13).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05840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Laravel nanti Anda akan menulis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17904"/>
            <a:ext cx="7735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function __construct(private BookRepository $repo) {}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BookRepository itu sebuah interface. Framework yang memutuskan implementasi mana yang disuntikkan. Mekanismenya persis yang Anda pelajari hari ini.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Konstanta int vs enum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3849624" cy="3438144"/>
          </a:xfrm>
          <a:prstGeom prst="roundRect">
            <a:avLst>
              <a:gd name="adj" fmla="val 1596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37160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Konstanta 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68096" y="1700784"/>
            <a:ext cx="34472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final int TERSEDIA = 1;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final int DIPINJAM = 2;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setStatus(99);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tetap lolos kompilasi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27448" y="1225296"/>
            <a:ext cx="3849624" cy="3438144"/>
          </a:xfrm>
          <a:prstGeom prst="roundRect">
            <a:avLst>
              <a:gd name="adj" fmla="val 1596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28616" y="137160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28616" y="1700784"/>
            <a:ext cx="34472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Status {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TERSEDIA, DIPINJAM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setStatus(99);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TIDAK dikompilasi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6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Enum: Java dan PHP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2421671"/>
                <a:gridCol w="2794236"/>
                <a:gridCol w="27942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Konsep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 8.1+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 sederhana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 Status { TERSEDIA 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 Status { case Tersedia; 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 dengan nilai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 X { A("a"); ... 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 S: string { case A = "a"; 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di dalamnya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Dari nilai ke enum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Status.valueOf("...")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Status::from(...) / tryFrom()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— penggunaan ulang horizontal (khas PHP)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8010144" cy="2155698"/>
          </a:xfrm>
          <a:prstGeom prst="roundRect">
            <a:avLst>
              <a:gd name="adj" fmla="val 2545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1408176"/>
            <a:ext cx="7571232" cy="1789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Loggable {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log(string $pesan): void { ... }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Mobil extends Kendaraan { use Loggable; }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Pesanan               { use Loggable; }   // bukan kerabat Mobil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563874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kewajaran: trait yang mengakses properti yang tidak dideklarasikannya adalah kopling tersembunyi.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dengan belasan method — implementornya dipaksa menulis method kosong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dipakai hanya untuk berbagi satu method utilitas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Konstanta int/String untuk status, bukan enum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yang mengakses properti kelas pemakainya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tanpa memahami kontraknya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060704"/>
            <a:ext cx="8010144" cy="3017520"/>
          </a:xfrm>
          <a:prstGeom prst="roundRect">
            <a:avLst>
              <a:gd name="adj" fmla="val 1515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1298448"/>
            <a:ext cx="7424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Pekan ini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847088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KUIS 2 — tulis tangan, di kelas. Materi pertemuan 4–6.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interface Peminjamable untuk Buku, Majalah, dan Skripsi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enum StatusPinjam lengkap dengan method keterangan()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Jelaskan: mengapa bolehDipinjam() lebih baik di interface daripada instanceof?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Universitas Pancasila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6 — Abstract Class, Interface, Enum, dan Trait</dc:title>
  <dc:subject>PptxGenJS Presentation</dc:subject>
  <dc:creator>Adi Wahyu Pribadi, S.Si., M.Kom.</dc:creator>
  <cp:lastModifiedBy>Adi Wahyu Pribadi, S.Si., M.Kom.</cp:lastModifiedBy>
  <cp:revision>1</cp:revision>
  <dcterms:created xsi:type="dcterms:W3CDTF">2026-09-10T04:15:06Z</dcterms:created>
  <dcterms:modified xsi:type="dcterms:W3CDTF">2026-09-10T04:15:06Z</dcterms:modified>
</cp:coreProperties>
</file>